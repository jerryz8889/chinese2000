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4.png"/><Relationship Id="rId3" Type="http://schemas.openxmlformats.org/officeDocument/2006/relationships/tags" Target="../tags/tag3.xml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image" Target="../media/image7.png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image" Target="../media/image6.png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image" Target="../media/image9.png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image" Target="../media/image10.png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6.xml"/><Relationship Id="rId12" Type="http://schemas.openxmlformats.org/officeDocument/2006/relationships/image" Target="../media/image11.png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4A90D9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E8782A">
              <a:alpha val="1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Sophia 的中文成长计划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286000" cy="54864"/>
          </a:xfrm>
          <a:prstGeom prst="rect">
            <a:avLst/>
          </a:prstGeom>
          <a:solidFill>
            <a:srgbClr val="E8782A"/>
          </a:solidFill>
        </p:spPr>
      </p:sp>
      <p:sp>
        <p:nvSpPr>
          <p:cNvPr id="6" name="Text 4"/>
          <p:cNvSpPr/>
          <p:nvPr/>
        </p:nvSpPr>
        <p:spPr>
          <a:xfrm>
            <a:off x="731520" y="256032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我们一起，让中文变成你的超能力！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一个属于Sophia的、12个月中文探索之旅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父母陪伴  ·  兴趣驱动  ·  快乐成长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为什么我们要做这件事？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DEAE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E85D4A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中文是家的语言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2286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爸爸妈妈、爷爷奶奶、姥姥姥爷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都用中文和你说话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中文让我们的心更近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E8F4FD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4A90D9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1945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中文是超能力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74720" y="2697480"/>
            <a:ext cx="2286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你已经会英文和日文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加上中文，你就拥有了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三种语言的超级力量！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FFF8E1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F0A500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544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1945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中文让世界更大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09360" y="2697480"/>
            <a:ext cx="2286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读更多有趣的书和故事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交更多朋友，看更大的世界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未来有更多可能性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“Sophia，这不是上课，这是我们一家人一起玩的新游戏！”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Sophia，你已经很棒了！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你知道吗？你现在的中文已经比很多在国外长大的小朋友都好！</a:t>
            </a:r>
            <a:endParaRPr lang="en-US" sz="14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731520" y="1463040"/>
            <a:ext cx="7772400" cy="685800"/>
          </a:xfrm>
          <a:prstGeom prst="rect">
            <a:avLst/>
          </a:prstGeom>
          <a:solidFill>
            <a:srgbClr val="E8F5E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731520" y="1463040"/>
            <a:ext cx="73152" cy="685800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7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1560" y="16002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645920" y="1463040"/>
            <a:ext cx="6583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蛋仔派对、动森里的字基本都认识</a:t>
            </a:r>
            <a:endParaRPr lang="en-US" sz="1500" dirty="0"/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731520" y="2286000"/>
            <a:ext cx="7772400" cy="685800"/>
          </a:xfrm>
          <a:prstGeom prst="rect">
            <a:avLst/>
          </a:prstGeom>
          <a:solidFill>
            <a:srgbClr val="E8F0F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731520" y="2286000"/>
            <a:ext cx="73152" cy="685800"/>
          </a:xfrm>
          <a:prstGeom prst="rect">
            <a:avLst/>
          </a:prstGeom>
          <a:solidFill>
            <a:srgbClr val="4A90D9"/>
          </a:solidFill>
        </p:spPr>
      </p:sp>
      <p:pic>
        <p:nvPicPr>
          <p:cNvPr id="11" name="Image 1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51560" y="24231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1645920" y="2286000"/>
            <a:ext cx="6583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黑神话</a:t>
            </a:r>
            <a:r>
              <a:rPr lang="zh-CN" altLang="en-US" sz="15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悟</a:t>
            </a:r>
            <a:r>
              <a:rPr lang="en-US" sz="15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空的字幕能看懂70-80%</a:t>
            </a:r>
            <a:endParaRPr lang="en-US" sz="1500" dirty="0"/>
          </a:p>
        </p:txBody>
      </p:sp>
      <p:sp>
        <p:nvSpPr>
          <p:cNvPr id="13" name="Shape 9"/>
          <p:cNvSpPr/>
          <p:nvPr>
            <p:custDataLst>
              <p:tags r:id="rId11"/>
            </p:custDataLst>
          </p:nvPr>
        </p:nvSpPr>
        <p:spPr>
          <a:xfrm>
            <a:off x="731520" y="3108960"/>
            <a:ext cx="7772400" cy="685800"/>
          </a:xfrm>
          <a:prstGeom prst="rect">
            <a:avLst/>
          </a:prstGeom>
          <a:solidFill>
            <a:srgbClr val="F3ECF7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>
            <p:custDataLst>
              <p:tags r:id="rId12"/>
            </p:custDataLst>
          </p:nvPr>
        </p:nvSpPr>
        <p:spPr>
          <a:xfrm>
            <a:off x="731520" y="3108960"/>
            <a:ext cx="73152" cy="685800"/>
          </a:xfrm>
          <a:prstGeom prst="rect">
            <a:avLst/>
          </a:prstGeom>
          <a:solidFill>
            <a:srgbClr val="9C27B0"/>
          </a:solidFill>
        </p:spPr>
      </p:sp>
      <p:pic>
        <p:nvPicPr>
          <p:cNvPr id="15" name="Image 2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51560" y="32461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>
            <p:custDataLst>
              <p:tags r:id="rId15"/>
            </p:custDataLst>
          </p:nvPr>
        </p:nvSpPr>
        <p:spPr>
          <a:xfrm>
            <a:off x="1645920" y="3108960"/>
            <a:ext cx="6583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在家和爸爸妈妈说中文很自然</a:t>
            </a:r>
            <a:endParaRPr lang="en-US" sz="1500" dirty="0"/>
          </a:p>
        </p:txBody>
      </p:sp>
      <p:sp>
        <p:nvSpPr>
          <p:cNvPr id="17" name="Shape 12"/>
          <p:cNvSpPr/>
          <p:nvPr>
            <p:custDataLst>
              <p:tags r:id="rId16"/>
            </p:custDataLst>
          </p:nvPr>
        </p:nvSpPr>
        <p:spPr>
          <a:xfrm>
            <a:off x="731520" y="3931920"/>
            <a:ext cx="7772400" cy="685800"/>
          </a:xfrm>
          <a:prstGeom prst="rect">
            <a:avLst/>
          </a:prstGeom>
          <a:solidFill>
            <a:srgbClr val="FFF3E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>
            <p:custDataLst>
              <p:tags r:id="rId17"/>
            </p:custDataLst>
          </p:nvPr>
        </p:nvSpPr>
        <p:spPr>
          <a:xfrm>
            <a:off x="731520" y="3931920"/>
            <a:ext cx="73152" cy="685800"/>
          </a:xfrm>
          <a:prstGeom prst="rect">
            <a:avLst/>
          </a:prstGeom>
          <a:solidFill>
            <a:srgbClr val="E8782A"/>
          </a:solidFill>
        </p:spPr>
      </p:sp>
      <p:pic>
        <p:nvPicPr>
          <p:cNvPr id="19" name="Image 3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51560" y="406908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>
            <p:custDataLst>
              <p:tags r:id="rId20"/>
            </p:custDataLst>
          </p:nvPr>
        </p:nvSpPr>
        <p:spPr>
          <a:xfrm>
            <a:off x="1645920" y="3931920"/>
            <a:ext cx="6583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参加了AI夏令营，勇敢上台介绍作品</a:t>
            </a:r>
            <a:endParaRPr lang="en-US" sz="1500" dirty="0"/>
          </a:p>
        </p:txBody>
      </p:sp>
      <p:sp>
        <p:nvSpPr>
          <p:cNvPr id="21" name="Shape 15"/>
          <p:cNvSpPr/>
          <p:nvPr>
            <p:custDataLst>
              <p:tags r:id="rId21"/>
            </p:custDataLst>
          </p:nvPr>
        </p:nvSpPr>
        <p:spPr>
          <a:xfrm>
            <a:off x="731520" y="4572000"/>
            <a:ext cx="7772400" cy="45720"/>
          </a:xfrm>
          <a:prstGeom prst="rect">
            <a:avLst/>
          </a:prstGeom>
          <a:solidFill>
            <a:srgbClr val="E8782A">
              <a:alpha val="50000"/>
            </a:srgbClr>
          </a:solidFill>
        </p:spPr>
      </p:sp>
      <p:sp>
        <p:nvSpPr>
          <p:cNvPr id="22" name="Text 16"/>
          <p:cNvSpPr/>
          <p:nvPr/>
        </p:nvSpPr>
        <p:spPr>
          <a:xfrm>
            <a:off x="731520" y="461772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✨ 我们的计划就是在这些好的基础上，让你变得更厉害！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我们要做什么？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一个为期12个月的中文探索之旅，分为4个阶段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2011680" cy="30175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2011680" cy="73152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6" name="Shape 4"/>
          <p:cNvSpPr/>
          <p:nvPr/>
        </p:nvSpPr>
        <p:spPr>
          <a:xfrm>
            <a:off x="1005840" y="1600200"/>
            <a:ext cx="640080" cy="640080"/>
          </a:xfrm>
          <a:prstGeom prst="ellipse">
            <a:avLst/>
          </a:prstGeom>
          <a:solidFill>
            <a:srgbClr val="4A90D9"/>
          </a:solidFill>
        </p:spPr>
      </p:sp>
      <p:sp>
        <p:nvSpPr>
          <p:cNvPr id="7" name="Text 5"/>
          <p:cNvSpPr/>
          <p:nvPr/>
        </p:nvSpPr>
        <p:spPr>
          <a:xfrm>
            <a:off x="1005840" y="16002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1-3月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夸实基础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" y="310896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多认字、多说话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养成习惯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46888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14600" y="1371600"/>
            <a:ext cx="2011680" cy="30175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71600"/>
            <a:ext cx="2011680" cy="73152"/>
          </a:xfrm>
          <a:prstGeom prst="rect">
            <a:avLst/>
          </a:prstGeom>
          <a:solidFill>
            <a:srgbClr val="E8782A"/>
          </a:solidFill>
        </p:spPr>
      </p:sp>
      <p:sp>
        <p:nvSpPr>
          <p:cNvPr id="14" name="Shape 12"/>
          <p:cNvSpPr/>
          <p:nvPr/>
        </p:nvSpPr>
        <p:spPr>
          <a:xfrm>
            <a:off x="3200400" y="1600200"/>
            <a:ext cx="640080" cy="640080"/>
          </a:xfrm>
          <a:prstGeom prst="ellipse">
            <a:avLst/>
          </a:prstGeom>
          <a:solidFill>
            <a:srgbClr val="E8782A"/>
          </a:solidFill>
        </p:spPr>
      </p:sp>
      <p:sp>
        <p:nvSpPr>
          <p:cNvPr id="15" name="Text 13"/>
          <p:cNvSpPr/>
          <p:nvPr/>
        </p:nvSpPr>
        <p:spPr>
          <a:xfrm>
            <a:off x="3200400" y="16002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06040" y="23317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4-6月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26517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突破阅读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606040" y="310896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读简单的书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学会有条理地说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246888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1371600"/>
            <a:ext cx="2011680" cy="30175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371600"/>
            <a:ext cx="2011680" cy="73152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22" name="Shape 20"/>
          <p:cNvSpPr/>
          <p:nvPr/>
        </p:nvSpPr>
        <p:spPr>
          <a:xfrm>
            <a:off x="5394960" y="1600200"/>
            <a:ext cx="640080" cy="640080"/>
          </a:xfrm>
          <a:prstGeom prst="ellipse">
            <a:avLst/>
          </a:prstGeom>
          <a:solidFill>
            <a:srgbClr val="4CAF50"/>
          </a:solidFill>
        </p:spPr>
      </p:sp>
      <p:sp>
        <p:nvSpPr>
          <p:cNvPr id="23" name="Text 21"/>
          <p:cNvSpPr/>
          <p:nvPr/>
        </p:nvSpPr>
        <p:spPr>
          <a:xfrm>
            <a:off x="5394960" y="16002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800600" y="23317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7-9月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6517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主题演讲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800600" y="310896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读更难的书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练习小演讲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246888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03720" y="1371600"/>
            <a:ext cx="2011680" cy="30175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371600"/>
            <a:ext cx="2011680" cy="73152"/>
          </a:xfrm>
          <a:prstGeom prst="rect">
            <a:avLst/>
          </a:prstGeom>
          <a:solidFill>
            <a:srgbClr val="F0A500"/>
          </a:solidFill>
        </p:spPr>
      </p:sp>
      <p:sp>
        <p:nvSpPr>
          <p:cNvPr id="30" name="Shape 28"/>
          <p:cNvSpPr/>
          <p:nvPr/>
        </p:nvSpPr>
        <p:spPr>
          <a:xfrm>
            <a:off x="7589520" y="1600200"/>
            <a:ext cx="640080" cy="640080"/>
          </a:xfrm>
          <a:prstGeom prst="ellipse">
            <a:avLst/>
          </a:prstGeom>
          <a:solidFill>
            <a:srgbClr val="F0A500"/>
          </a:solidFill>
        </p:spPr>
      </p:sp>
      <p:sp>
        <p:nvSpPr>
          <p:cNvPr id="31" name="Text 29"/>
          <p:cNvSpPr/>
          <p:nvPr/>
        </p:nvSpPr>
        <p:spPr>
          <a:xfrm>
            <a:off x="7589520" y="16002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995160" y="23317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10-12月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26517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自信展示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995160" y="310896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写短文、正式演讲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全面纽放！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每周 3-4 次  ·  每次 30 分钟  ·  爸爸妈妈陪你一起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最重要的秘密是……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所有的练习都围绕你喜欢的事情来做！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2697480" cy="2926080"/>
          </a:xfrm>
          <a:prstGeom prst="rect">
            <a:avLst/>
          </a:prstGeom>
          <a:solidFill>
            <a:srgbClr val="F3ECF7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463040"/>
            <a:ext cx="2697480" cy="73152"/>
          </a:xfrm>
          <a:prstGeom prst="rect">
            <a:avLst/>
          </a:prstGeom>
          <a:solidFill>
            <a:srgbClr val="9C27B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3172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画画 🎨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2788920"/>
            <a:ext cx="24231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给你的画写中文介绍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看着画讲故事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做“小画展”给家人看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2697480" cy="2926080"/>
          </a:xfrm>
          <a:prstGeom prst="rect">
            <a:avLst/>
          </a:prstGeom>
          <a:solidFill>
            <a:srgbClr val="FDEAE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463040"/>
            <a:ext cx="2697480" cy="73152"/>
          </a:xfrm>
          <a:prstGeom prst="rect">
            <a:avLst/>
          </a:prstGeom>
          <a:solidFill>
            <a:srgbClr val="E85D4A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33172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做甜点 🍰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788920"/>
            <a:ext cx="24231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读中文食谱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用中文讲解步骤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当“美食评测员”点评成品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72200" y="1463040"/>
            <a:ext cx="2697480" cy="2926080"/>
          </a:xfrm>
          <a:prstGeom prst="rect">
            <a:avLst/>
          </a:prstGeom>
          <a:solidFill>
            <a:srgbClr val="E8F5E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463040"/>
            <a:ext cx="2697480" cy="73152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916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33172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玩游戏 🎮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09360" y="2788920"/>
            <a:ext cx="24231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蛋仔派对、动森时说中文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玩完后用中文讲讲发生了什么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写游戏短评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7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这不是“上课”，这是用中文做你喜欢的事！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每周怎么安排？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三种不同的“玩法”轮换着来，永远不无聊！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2697480" cy="3200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2697480" cy="6400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6" name="Text 4"/>
          <p:cNvSpPr/>
          <p:nvPr/>
        </p:nvSpPr>
        <p:spPr>
          <a:xfrm>
            <a:off x="411480" y="1371600"/>
            <a:ext cx="2514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第1天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📖 阅读日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331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读有趣的中文书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认识新的字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和爸爸妈妈讨论故事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97480" cy="3200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697480" cy="640080"/>
          </a:xfrm>
          <a:prstGeom prst="rect">
            <a:avLst/>
          </a:prstGeom>
          <a:solidFill>
            <a:srgbClr val="E8782A"/>
          </a:solidFill>
        </p:spPr>
      </p:sp>
      <p:sp>
        <p:nvSpPr>
          <p:cNvPr id="11" name="Text 9"/>
          <p:cNvSpPr/>
          <p:nvPr/>
        </p:nvSpPr>
        <p:spPr>
          <a:xfrm>
            <a:off x="3337560" y="1371600"/>
            <a:ext cx="2514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第2天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🗣️ 表达日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651760"/>
            <a:ext cx="2331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用中文讲讲今天的事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介绍自己的画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练习“怎么说清楚一件事”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371600"/>
            <a:ext cx="2697480" cy="3200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371600"/>
            <a:ext cx="2697480" cy="64008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16" name="Text 14"/>
          <p:cNvSpPr/>
          <p:nvPr/>
        </p:nvSpPr>
        <p:spPr>
          <a:xfrm>
            <a:off x="6263640" y="1371600"/>
            <a:ext cx="2514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第3天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1488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🎨 综合日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651760"/>
            <a:ext cx="2331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读食谱然后做甜点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玩游戏时说中文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用中文做有趣的事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61772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291840" y="46177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每次</a:t>
            </a:r>
            <a:r>
              <a:rPr lang="zh-CN" alt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只用</a:t>
            </a: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30分钟，跟看一集动画片差不多！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爸爸的承诺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rgbClr val="FFF0F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64008"/>
          </a:xfrm>
          <a:prstGeom prst="rect">
            <a:avLst/>
          </a:prstGeom>
          <a:solidFill>
            <a:srgbClr val="E85D4A"/>
          </a:solidFill>
        </p:spPr>
      </p:sp>
      <p:sp>
        <p:nvSpPr>
          <p:cNvPr id="6" name="Text 4"/>
          <p:cNvSpPr/>
          <p:nvPr/>
        </p:nvSpPr>
        <p:spPr>
          <a:xfrm>
            <a:off x="640080" y="137160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D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❌ 这不是……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不是枯燥的上课和考试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不会逼你背课文、写生字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不会因为说错而批评你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不会跟别的小朋友比较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solidFill>
            <a:srgbClr val="F0FFF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88720"/>
            <a:ext cx="3840480" cy="64008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13" name="Text 11"/>
          <p:cNvSpPr/>
          <p:nvPr/>
        </p:nvSpPr>
        <p:spPr>
          <a:xfrm>
            <a:off x="5029200" y="137160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✅ 而是……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187452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用你喜欢的方式学中文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42316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爸爸妈妈陪你一起玩和练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97180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说错了没关系，勇敢说就很棒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352044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只跟“上个月的自己”比</a:t>
            </a:r>
            <a:endParaRPr lang="en-US" sz="13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25196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我们的第一优先级：让Sophia开心、喜欢中文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A90D9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E8782A">
              <a:alpha val="15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准备好了吗？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0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让我们一起开始这段中文探索之旅吧！</a:t>
            </a:r>
            <a:endParaRPr lang="en-US" sz="200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731520" y="3200400"/>
            <a:ext cx="2560320" cy="9144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pic>
        <p:nvPicPr>
          <p:cNvPr id="8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4400" y="33832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>
            <p:custDataLst>
              <p:tags r:id="rId5"/>
            </p:custDataLst>
          </p:nvPr>
        </p:nvSpPr>
        <p:spPr>
          <a:xfrm>
            <a:off x="1417320" y="32004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12个月的旅程</a:t>
            </a:r>
            <a:endParaRPr lang="en-US" sz="1400" dirty="0"/>
          </a:p>
        </p:txBody>
      </p:sp>
      <p:sp>
        <p:nvSpPr>
          <p:cNvPr id="10" name="Shape 6"/>
          <p:cNvSpPr/>
          <p:nvPr>
            <p:custDataLst>
              <p:tags r:id="rId6"/>
            </p:custDataLst>
          </p:nvPr>
        </p:nvSpPr>
        <p:spPr>
          <a:xfrm>
            <a:off x="3566160" y="3200400"/>
            <a:ext cx="2560320" cy="9144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pic>
        <p:nvPicPr>
          <p:cNvPr id="11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749040" y="33832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>
            <p:custDataLst>
              <p:tags r:id="rId9"/>
            </p:custDataLst>
          </p:nvPr>
        </p:nvSpPr>
        <p:spPr>
          <a:xfrm>
            <a:off x="4251960" y="32004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每次只</a:t>
            </a:r>
            <a:r>
              <a:rPr lang="zh-CN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</a:t>
            </a: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30分钟</a:t>
            </a:r>
            <a:endParaRPr lang="en-US" sz="1400" dirty="0"/>
          </a:p>
        </p:txBody>
      </p:sp>
      <p:sp>
        <p:nvSpPr>
          <p:cNvPr id="13" name="Shape 8"/>
          <p:cNvSpPr/>
          <p:nvPr>
            <p:custDataLst>
              <p:tags r:id="rId10"/>
            </p:custDataLst>
          </p:nvPr>
        </p:nvSpPr>
        <p:spPr>
          <a:xfrm>
            <a:off x="6400800" y="3200400"/>
            <a:ext cx="2560320" cy="9144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pic>
        <p:nvPicPr>
          <p:cNvPr id="14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583680" y="33832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>
            <p:custDataLst>
              <p:tags r:id="rId13"/>
            </p:custDataLst>
          </p:nvPr>
        </p:nvSpPr>
        <p:spPr>
          <a:xfrm>
            <a:off x="7086600" y="32004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一定会越来越棒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Sophia，爸爸妈妈相信你，你一定可以的！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加油！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2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3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4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5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6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7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8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9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10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11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12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13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14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15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16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17.xml><?xml version="1.0" encoding="utf-8"?>
<p:tagLst xmlns:p="http://schemas.openxmlformats.org/presentationml/2006/main">
  <p:tag name="KSO_WM_DIAGRAM_VIRTUALLY_FRAME" val="{&quot;height&quot;:248.4,&quot;left&quot;:57.6,&quot;top&quot;:115.2,&quot;width&quot;:612}"/>
</p:tagLst>
</file>

<file path=ppt/tags/tag18.xml><?xml version="1.0" encoding="utf-8"?>
<p:tagLst xmlns:p="http://schemas.openxmlformats.org/presentationml/2006/main">
  <p:tag name="KSO_WM_DIAGRAM_VIRTUALLY_FRAME" val="{&quot;height&quot;:72,&quot;left&quot;:57.6,&quot;top&quot;:252,&quot;width&quot;:648}"/>
</p:tagLst>
</file>

<file path=ppt/tags/tag19.xml><?xml version="1.0" encoding="utf-8"?>
<p:tagLst xmlns:p="http://schemas.openxmlformats.org/presentationml/2006/main">
  <p:tag name="KSO_WM_DIAGRAM_VIRTUALLY_FRAME" val="{&quot;height&quot;:72,&quot;left&quot;:57.6,&quot;top&quot;:252,&quot;width&quot;:648}"/>
</p:tagLst>
</file>

<file path=ppt/tags/tag20.xml><?xml version="1.0" encoding="utf-8"?>
<p:tagLst xmlns:p="http://schemas.openxmlformats.org/presentationml/2006/main">
  <p:tag name="KSO_WM_DIAGRAM_VIRTUALLY_FRAME" val="{&quot;height&quot;:72,&quot;left&quot;:57.6,&quot;top&quot;:252,&quot;width&quot;:648}"/>
</p:tagLst>
</file>

<file path=ppt/tags/tag21.xml><?xml version="1.0" encoding="utf-8"?>
<p:tagLst xmlns:p="http://schemas.openxmlformats.org/presentationml/2006/main">
  <p:tag name="KSO_WM_DIAGRAM_VIRTUALLY_FRAME" val="{&quot;height&quot;:72,&quot;left&quot;:57.6,&quot;top&quot;:252,&quot;width&quot;:648}"/>
</p:tagLst>
</file>

<file path=ppt/tags/tag22.xml><?xml version="1.0" encoding="utf-8"?>
<p:tagLst xmlns:p="http://schemas.openxmlformats.org/presentationml/2006/main">
  <p:tag name="KSO_WM_DIAGRAM_VIRTUALLY_FRAME" val="{&quot;height&quot;:72,&quot;left&quot;:57.6,&quot;top&quot;:252,&quot;width&quot;:648}"/>
</p:tagLst>
</file>

<file path=ppt/tags/tag23.xml><?xml version="1.0" encoding="utf-8"?>
<p:tagLst xmlns:p="http://schemas.openxmlformats.org/presentationml/2006/main">
  <p:tag name="KSO_WM_DIAGRAM_VIRTUALLY_FRAME" val="{&quot;height&quot;:72,&quot;left&quot;:57.6,&quot;top&quot;:252,&quot;width&quot;:648}"/>
</p:tagLst>
</file>

<file path=ppt/tags/tag24.xml><?xml version="1.0" encoding="utf-8"?>
<p:tagLst xmlns:p="http://schemas.openxmlformats.org/presentationml/2006/main">
  <p:tag name="KSO_WM_DIAGRAM_VIRTUALLY_FRAME" val="{&quot;height&quot;:72,&quot;left&quot;:57.6,&quot;top&quot;:252,&quot;width&quot;:648}"/>
</p:tagLst>
</file>

<file path=ppt/tags/tag25.xml><?xml version="1.0" encoding="utf-8"?>
<p:tagLst xmlns:p="http://schemas.openxmlformats.org/presentationml/2006/main">
  <p:tag name="KSO_WM_DIAGRAM_VIRTUALLY_FRAME" val="{&quot;height&quot;:72,&quot;left&quot;:57.6,&quot;top&quot;:252,&quot;width&quot;:648}"/>
</p:tagLst>
</file>

<file path=ppt/tags/tag26.xml><?xml version="1.0" encoding="utf-8"?>
<p:tagLst xmlns:p="http://schemas.openxmlformats.org/presentationml/2006/main">
  <p:tag name="KSO_WM_DIAGRAM_VIRTUALLY_FRAME" val="{&quot;height&quot;:72,&quot;left&quot;:57.6,&quot;top&quot;:252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992</Words>
  <Application>WPS 演示</Application>
  <PresentationFormat>On-screen Show (16:9)</PresentationFormat>
  <Paragraphs>182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Sophia的中文成长计划</dc:title>
  <dc:creator>Jerry</dc:creator>
  <dc:subject>PptxGenJS Presentation</dc:subject>
  <cp:lastModifiedBy>Sophia</cp:lastModifiedBy>
  <cp:revision>2</cp:revision>
  <dcterms:created xsi:type="dcterms:W3CDTF">2026-03-03T03:31:00Z</dcterms:created>
  <dcterms:modified xsi:type="dcterms:W3CDTF">2026-03-03T03:35:31Z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A1C1C87F447648F7A7FB49BECF7C6AA4_12</vt:lpwstr>
  </property>
  <property fmtid="{D5CDD505-2E9C-101B-9397-08002B2CF9AE}" pid="3" name="KSOProductBuildVer">
    <vt:lpwstr>2052-12.1.0.25225</vt:lpwstr>
  </property>
</Properties>
</file>